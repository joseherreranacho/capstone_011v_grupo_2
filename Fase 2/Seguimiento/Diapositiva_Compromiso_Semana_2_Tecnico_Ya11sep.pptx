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943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28414"/>
                </a:solidFill>
                <a:latin typeface="Aptos"/>
              </a:rPr>
              <a:t>COMPROMISO DE LA PRÓXIMA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9601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395B"/>
                </a:solidFill>
                <a:latin typeface="Aptos"/>
              </a:rPr>
              <a:t>Avanzar en los entregables de la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5486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Semana del 15 al 18 de septiembre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35640" cy="841248"/>
          </a:xfrm>
          <a:prstGeom prst="roundRect">
            <a:avLst/>
          </a:prstGeom>
          <a:solidFill>
            <a:srgbClr val="14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Objetivo: dejar terminados los mockups y el modelo de BD, e iniciar formalmente el trabajo UML.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2487168" cy="2212848"/>
          </a:xfrm>
          <a:prstGeom prst="roundRect">
            <a:avLst/>
          </a:prstGeom>
          <a:solidFill>
            <a:srgbClr val="F4F7F9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18211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F2841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47872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4395B"/>
                </a:solidFill>
                <a:latin typeface="Aptos"/>
              </a:rPr>
              <a:t>TERMINAR MOCKUPS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096512"/>
            <a:ext cx="2139696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232D37"/>
                </a:solidFill>
                <a:latin typeface="Aptos"/>
              </a:rPr>
              <a:t>Completar las principales pantallas y flujos definidos para el sistema.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2971800"/>
            <a:ext cx="2487168" cy="2212848"/>
          </a:xfrm>
          <a:prstGeom prst="roundRect">
            <a:avLst/>
          </a:prstGeom>
          <a:solidFill>
            <a:srgbClr val="F4F7F9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318211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4395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547872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4395B"/>
                </a:solidFill>
                <a:latin typeface="Aptos"/>
              </a:rPr>
              <a:t>TERMINAR MODELO DE BD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4096512"/>
            <a:ext cx="2139696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232D37"/>
                </a:solidFill>
                <a:latin typeface="Aptos"/>
              </a:rPr>
              <a:t>Finalizar y validar las entidades, atributos y relaciones de la base de datos.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971800"/>
            <a:ext cx="2487168" cy="2212848"/>
          </a:xfrm>
          <a:prstGeom prst="roundRect">
            <a:avLst/>
          </a:prstGeom>
          <a:solidFill>
            <a:srgbClr val="F4F7F9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318211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E4B71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547872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4395B"/>
                </a:solidFill>
                <a:latin typeface="Aptos"/>
              </a:rPr>
              <a:t>EMPEZAR UML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4096512"/>
            <a:ext cx="2139696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232D37"/>
                </a:solidFill>
                <a:latin typeface="Aptos"/>
              </a:rPr>
              <a:t>Iniciar los primeros diagramas, comenzando por Casos de Uso y Diagrama de Clases.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2832" y="2971800"/>
            <a:ext cx="2487168" cy="2212848"/>
          </a:xfrm>
          <a:prstGeom prst="roundRect">
            <a:avLst/>
          </a:prstGeom>
          <a:solidFill>
            <a:srgbClr val="F4F7F9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318211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32875A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547872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4395B"/>
                </a:solidFill>
                <a:latin typeface="Aptos"/>
              </a:rPr>
              <a:t>DOCUMENTACIÓN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4096512"/>
            <a:ext cx="2139696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232D37"/>
                </a:solidFill>
                <a:latin typeface="Aptos"/>
              </a:rPr>
              <a:t>Registrar los avances y evidencias correspondientes en la documentación del proyecto.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32120"/>
            <a:ext cx="16459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46E78"/>
                </a:solidFill>
                <a:latin typeface="Aptos"/>
              </a:rPr>
              <a:t>RESULTADO ESPERADO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449824"/>
            <a:ext cx="8138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14395B"/>
                </a:solidFill>
                <a:latin typeface="Aptos"/>
              </a:rPr>
              <a:t>Mockups + BD terminados y primeros diagramas UML iniciados.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46520"/>
            <a:ext cx="4114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JJV Técnico Ya · Seguimiento de proyecto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